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061C-4860-4144-921C-185EDA0098D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B188-36EE-4945-8B15-8ED339F78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085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061C-4860-4144-921C-185EDA0098D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B188-36EE-4945-8B15-8ED339F78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578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061C-4860-4144-921C-185EDA0098D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B188-36EE-4945-8B15-8ED339F78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501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061C-4860-4144-921C-185EDA0098D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B188-36EE-4945-8B15-8ED339F78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51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061C-4860-4144-921C-185EDA0098D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B188-36EE-4945-8B15-8ED339F78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990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061C-4860-4144-921C-185EDA0098D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B188-36EE-4945-8B15-8ED339F78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524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061C-4860-4144-921C-185EDA0098D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B188-36EE-4945-8B15-8ED339F78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310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061C-4860-4144-921C-185EDA0098D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B188-36EE-4945-8B15-8ED339F78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529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061C-4860-4144-921C-185EDA0098D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B188-36EE-4945-8B15-8ED339F78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789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061C-4860-4144-921C-185EDA0098D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B188-36EE-4945-8B15-8ED339F78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716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061C-4860-4144-921C-185EDA0098D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B188-36EE-4945-8B15-8ED339F78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2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061C-4860-4144-921C-185EDA0098D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B188-36EE-4945-8B15-8ED339F78F2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10809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061C-4860-4144-921C-185EDA0098D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B188-36EE-4945-8B15-8ED339F78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6016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061C-4860-4144-921C-185EDA0098D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B188-36EE-4945-8B15-8ED339F78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4883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061C-4860-4144-921C-185EDA0098D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B188-36EE-4945-8B15-8ED339F78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539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061C-4860-4144-921C-185EDA0098D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B188-36EE-4945-8B15-8ED339F78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0973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061C-4860-4144-921C-185EDA0098D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B188-36EE-4945-8B15-8ED339F78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056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1B4061C-4860-4144-921C-185EDA0098D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23B188-36EE-4945-8B15-8ED339F78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7682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  <p:sldLayoutId id="2147483784" r:id="rId15"/>
    <p:sldLayoutId id="2147483785" r:id="rId16"/>
    <p:sldLayoutId id="214748378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ithub.com/Geetanjali-lakhera/system-health-dashboard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C9031-B94D-0A5D-5A33-992A26E49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145" y="-56226"/>
            <a:ext cx="9905998" cy="1905000"/>
          </a:xfrm>
        </p:spPr>
        <p:txBody>
          <a:bodyPr/>
          <a:lstStyle/>
          <a:p>
            <a:r>
              <a:rPr lang="en-IN" b="1" dirty="0">
                <a:hlinkClick r:id="rId2"/>
              </a:rPr>
              <a:t>system-health-dashboard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A54047-958D-E99F-5115-50FCC0AC7336}"/>
              </a:ext>
            </a:extLst>
          </p:cNvPr>
          <p:cNvSpPr txBox="1"/>
          <p:nvPr/>
        </p:nvSpPr>
        <p:spPr>
          <a:xfrm>
            <a:off x="879894" y="1477993"/>
            <a:ext cx="9063487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rPr lang="en-US" dirty="0"/>
              <a:t>• Flask-based System Health Dashboard API</a:t>
            </a:r>
          </a:p>
          <a:p>
            <a:pPr>
              <a:spcAft>
                <a:spcPts val="1200"/>
              </a:spcAft>
              <a:defRPr sz="1800"/>
            </a:pPr>
            <a:r>
              <a:rPr lang="en-US" dirty="0"/>
              <a:t>• Provides health, status, version, environment and metrics endpoints</a:t>
            </a:r>
          </a:p>
          <a:p>
            <a:pPr>
              <a:spcAft>
                <a:spcPts val="1200"/>
              </a:spcAft>
              <a:defRPr sz="1800"/>
            </a:pPr>
            <a:r>
              <a:rPr lang="en-US" dirty="0"/>
              <a:t>• Goal: automate build, test and health verification through Jenkins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1A974F-B207-27CD-4EC8-F49C1C818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734" y="2847281"/>
            <a:ext cx="6722973" cy="379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217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DE1FC-783B-2BD4-16F2-2B6A65F99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417" y="248728"/>
            <a:ext cx="5334001" cy="1371600"/>
          </a:xfrm>
        </p:spPr>
        <p:txBody>
          <a:bodyPr/>
          <a:lstStyle/>
          <a:p>
            <a:r>
              <a:rPr lang="en-IN" dirty="0"/>
              <a:t>Application Endpoints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9C3895-403E-77C3-7C26-B66D28D5F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87418" y="1971825"/>
            <a:ext cx="5334001" cy="1828800"/>
          </a:xfrm>
        </p:spPr>
        <p:txBody>
          <a:bodyPr>
            <a:normAutofit/>
          </a:bodyPr>
          <a:lstStyle/>
          <a:p>
            <a:r>
              <a:rPr lang="en-IN" dirty="0"/>
              <a:t>-/health</a:t>
            </a:r>
          </a:p>
          <a:p>
            <a:r>
              <a:rPr lang="en-IN" dirty="0"/>
              <a:t>-/version</a:t>
            </a:r>
          </a:p>
          <a:p>
            <a:r>
              <a:rPr lang="en-IN" dirty="0"/>
              <a:t>-/environment</a:t>
            </a:r>
          </a:p>
          <a:p>
            <a:r>
              <a:rPr lang="en-IN" dirty="0"/>
              <a:t>-/status</a:t>
            </a:r>
          </a:p>
          <a:p>
            <a:r>
              <a:rPr lang="en-IN" dirty="0"/>
              <a:t>-/metrics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ECCD231-AFF1-C468-4D25-A33DFD23E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9" y="3910583"/>
            <a:ext cx="12192000" cy="276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436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86623-8346-6721-40B3-C2E6CCF27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85194"/>
            <a:ext cx="3932237" cy="1154502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+mn-lt"/>
              </a:rPr>
              <a:t>Automated Testing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AA2A7C-6182-7579-652F-5E4834B17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1398184"/>
            <a:ext cx="4888153" cy="214078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tests/test_app.py with 5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test uses Flask's </a:t>
            </a:r>
            <a:r>
              <a:rPr lang="en-US" dirty="0" err="1"/>
              <a:t>app.test_client</a:t>
            </a:r>
            <a:r>
              <a:rPr lang="en-US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Assertions validate HTTP status and JSON responses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Tests run automatically before Docker build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BECA5E-7A40-0AAF-F461-45138A7C5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5" y="3835821"/>
            <a:ext cx="12192000" cy="276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392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C7655-6038-9C83-5763-5AD255DBA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6E4A1C-D93D-F0A8-38D1-D78647AAF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399"/>
            <a:ext cx="4232544" cy="3158707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defRPr sz="2100"/>
            </a:pPr>
            <a:r>
              <a:rPr lang="en-US" sz="1800" dirty="0"/>
              <a:t>• </a:t>
            </a:r>
            <a:r>
              <a:rPr lang="en-US" sz="1800" dirty="0" err="1"/>
              <a:t>Dockerfile</a:t>
            </a:r>
            <a:r>
              <a:rPr lang="en-US" sz="1800" dirty="0"/>
              <a:t> uses python:3.11-slim</a:t>
            </a:r>
          </a:p>
          <a:p>
            <a:pPr>
              <a:spcAft>
                <a:spcPts val="1200"/>
              </a:spcAft>
              <a:defRPr sz="2100"/>
            </a:pPr>
            <a:r>
              <a:rPr lang="en-US" sz="1800" dirty="0"/>
              <a:t>• WORKDIR /app</a:t>
            </a:r>
          </a:p>
          <a:p>
            <a:pPr>
              <a:spcAft>
                <a:spcPts val="1200"/>
              </a:spcAft>
              <a:defRPr sz="2100"/>
            </a:pPr>
            <a:r>
              <a:rPr lang="en-US" sz="1800" dirty="0"/>
              <a:t>• Installs dependencies from requirements.txt</a:t>
            </a:r>
          </a:p>
          <a:p>
            <a:pPr>
              <a:spcAft>
                <a:spcPts val="1200"/>
              </a:spcAft>
              <a:defRPr sz="2100"/>
            </a:pPr>
            <a:r>
              <a:rPr lang="en-US" sz="1800" dirty="0"/>
              <a:t>• Copies app.py into the image</a:t>
            </a:r>
          </a:p>
          <a:p>
            <a:pPr>
              <a:spcAft>
                <a:spcPts val="1200"/>
              </a:spcAft>
              <a:defRPr sz="2100"/>
            </a:pPr>
            <a:r>
              <a:rPr lang="en-US" sz="1800" dirty="0"/>
              <a:t>• Application runs on port 5000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AD0002-7D7C-7D61-B2FE-EE23BE512100}"/>
              </a:ext>
            </a:extLst>
          </p:cNvPr>
          <p:cNvSpPr txBox="1"/>
          <p:nvPr/>
        </p:nvSpPr>
        <p:spPr>
          <a:xfrm>
            <a:off x="712562" y="1257300"/>
            <a:ext cx="4186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err="1"/>
              <a:t>Dockerization</a:t>
            </a:r>
            <a:endParaRPr lang="en-IN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DBB3B5-14F5-FE34-8C48-0E7603D5AB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80"/>
          <a:stretch>
            <a:fillRect/>
          </a:stretch>
        </p:blipFill>
        <p:spPr>
          <a:xfrm>
            <a:off x="4853796" y="1903631"/>
            <a:ext cx="6791864" cy="284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845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83F28-B1E4-F82C-0300-88092BF97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547777"/>
            <a:ext cx="5334001" cy="1371600"/>
          </a:xfrm>
        </p:spPr>
        <p:txBody>
          <a:bodyPr/>
          <a:lstStyle/>
          <a:p>
            <a:r>
              <a:rPr lang="en-IN" dirty="0">
                <a:latin typeface="+mn-lt"/>
              </a:rPr>
              <a:t>Git &amp; </a:t>
            </a:r>
            <a:r>
              <a:rPr lang="en-IN" dirty="0" err="1">
                <a:latin typeface="+mn-lt"/>
              </a:rPr>
              <a:t>Github</a:t>
            </a:r>
            <a:r>
              <a:rPr lang="en-IN" dirty="0">
                <a:latin typeface="+mn-lt"/>
              </a:rPr>
              <a:t> workflow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2E0AD7-3E08-4D80-B9DF-9BC5C7C33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260086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Branches used: main, develop, feature branches.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 work was merged/resolved through Git history.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Pull-request history provides review/merge evidence.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925125-CA11-9650-B50B-8611D9303E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042" y="3429000"/>
            <a:ext cx="5244861" cy="29387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0DBA6B-1B34-8531-3822-6027DC224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042" y="356559"/>
            <a:ext cx="5175849" cy="26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799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90D86-C0A6-71B0-A2D4-4771DB0F8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84" y="120770"/>
            <a:ext cx="9905998" cy="1905000"/>
          </a:xfrm>
        </p:spPr>
        <p:txBody>
          <a:bodyPr/>
          <a:lstStyle/>
          <a:p>
            <a:r>
              <a:rPr lang="en-IN" dirty="0">
                <a:latin typeface="+mn-lt"/>
              </a:rPr>
              <a:t>Jenkins CI/CD Pipeline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0C980D-CCC8-E041-FF52-996C06FCB6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8465" y="1768290"/>
            <a:ext cx="8064857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44B58B-639D-3622-4E9B-07AA994F1F2D}"/>
              </a:ext>
            </a:extLst>
          </p:cNvPr>
          <p:cNvSpPr txBox="1"/>
          <p:nvPr/>
        </p:nvSpPr>
        <p:spPr>
          <a:xfrm>
            <a:off x="348678" y="1743357"/>
            <a:ext cx="315608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rPr lang="en-IN" sz="1600" dirty="0"/>
              <a:t>• Checkout → retrieves develop branch</a:t>
            </a:r>
          </a:p>
          <a:p>
            <a:pPr>
              <a:spcAft>
                <a:spcPts val="1200"/>
              </a:spcAft>
              <a:defRPr sz="2100"/>
            </a:pPr>
            <a:r>
              <a:rPr lang="en-IN" sz="1600" dirty="0"/>
              <a:t>• Install → creates Python virtual environment + dependencies</a:t>
            </a:r>
          </a:p>
          <a:p>
            <a:pPr>
              <a:spcAft>
                <a:spcPts val="1200"/>
              </a:spcAft>
              <a:defRPr sz="2100"/>
            </a:pPr>
            <a:r>
              <a:rPr lang="en-IN" sz="1600" dirty="0"/>
              <a:t>• Test → runs </a:t>
            </a:r>
            <a:r>
              <a:rPr lang="en-IN" sz="1600" dirty="0" err="1"/>
              <a:t>pytest</a:t>
            </a:r>
            <a:endParaRPr lang="en-IN" sz="1600" dirty="0"/>
          </a:p>
          <a:p>
            <a:pPr>
              <a:spcAft>
                <a:spcPts val="1200"/>
              </a:spcAft>
              <a:defRPr sz="2100"/>
            </a:pPr>
            <a:r>
              <a:rPr lang="en-IN" sz="1600" dirty="0"/>
              <a:t>• Build → creates versioned Docker image</a:t>
            </a:r>
          </a:p>
          <a:p>
            <a:pPr>
              <a:spcAft>
                <a:spcPts val="1200"/>
              </a:spcAft>
              <a:defRPr sz="2100"/>
            </a:pPr>
            <a:r>
              <a:rPr lang="en-IN" sz="1600" dirty="0"/>
              <a:t>• Tag → creates latest tag</a:t>
            </a:r>
          </a:p>
          <a:p>
            <a:pPr>
              <a:spcAft>
                <a:spcPts val="1200"/>
              </a:spcAft>
              <a:defRPr sz="2100"/>
            </a:pPr>
            <a:r>
              <a:rPr lang="en-IN" sz="1600" dirty="0"/>
              <a:t>• Health Check → runs container and verifies /health</a:t>
            </a:r>
          </a:p>
          <a:p>
            <a:pPr>
              <a:spcAft>
                <a:spcPts val="1200"/>
              </a:spcAft>
              <a:defRPr sz="2100"/>
            </a:pPr>
            <a:r>
              <a:rPr lang="en-IN" sz="1600" dirty="0"/>
              <a:t>http://localhost:8081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5236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BAE196-8DDA-AA68-D34A-9444CD4EED36}"/>
              </a:ext>
            </a:extLst>
          </p:cNvPr>
          <p:cNvSpPr txBox="1"/>
          <p:nvPr/>
        </p:nvSpPr>
        <p:spPr>
          <a:xfrm>
            <a:off x="264543" y="1455459"/>
            <a:ext cx="524486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rPr lang="en-IN" sz="2000" dirty="0"/>
              <a:t>• Developer changes code</a:t>
            </a:r>
          </a:p>
          <a:p>
            <a:pPr>
              <a:spcAft>
                <a:spcPts val="1200"/>
              </a:spcAft>
              <a:defRPr sz="2100"/>
            </a:pPr>
            <a:r>
              <a:rPr lang="en-IN" sz="2000" dirty="0"/>
              <a:t>↓</a:t>
            </a:r>
          </a:p>
          <a:p>
            <a:pPr>
              <a:spcAft>
                <a:spcPts val="1200"/>
              </a:spcAft>
              <a:defRPr sz="2100"/>
            </a:pPr>
            <a:r>
              <a:rPr lang="en-IN" sz="2000" dirty="0"/>
              <a:t>• Commit &amp; push to GitHub</a:t>
            </a:r>
          </a:p>
          <a:p>
            <a:pPr>
              <a:spcAft>
                <a:spcPts val="1200"/>
              </a:spcAft>
              <a:defRPr sz="2100"/>
            </a:pPr>
            <a:r>
              <a:rPr lang="en-IN" sz="2000" dirty="0"/>
              <a:t>↓</a:t>
            </a:r>
          </a:p>
          <a:p>
            <a:pPr>
              <a:spcAft>
                <a:spcPts val="1200"/>
              </a:spcAft>
              <a:defRPr sz="2100"/>
            </a:pPr>
            <a:r>
              <a:rPr lang="en-IN" sz="2000" dirty="0"/>
              <a:t>• Jenkins checks out develop</a:t>
            </a:r>
          </a:p>
          <a:p>
            <a:pPr>
              <a:spcAft>
                <a:spcPts val="1200"/>
              </a:spcAft>
              <a:defRPr sz="2100"/>
            </a:pPr>
            <a:r>
              <a:rPr lang="en-IN" sz="2000" dirty="0"/>
              <a:t>↓</a:t>
            </a:r>
          </a:p>
          <a:p>
            <a:pPr>
              <a:spcAft>
                <a:spcPts val="1200"/>
              </a:spcAft>
              <a:defRPr sz="2100"/>
            </a:pPr>
            <a:r>
              <a:rPr lang="en-IN" sz="2000" dirty="0"/>
              <a:t>• Install dependencies → Run tests</a:t>
            </a:r>
          </a:p>
          <a:p>
            <a:pPr>
              <a:spcAft>
                <a:spcPts val="1200"/>
              </a:spcAft>
              <a:defRPr sz="2100"/>
            </a:pPr>
            <a:r>
              <a:rPr lang="en-IN" sz="2000" dirty="0"/>
              <a:t>↓</a:t>
            </a:r>
          </a:p>
          <a:p>
            <a:pPr>
              <a:spcAft>
                <a:spcPts val="1200"/>
              </a:spcAft>
              <a:defRPr sz="2100"/>
            </a:pPr>
            <a:r>
              <a:rPr lang="en-IN" sz="2000" dirty="0"/>
              <a:t>• Build &amp; tag Docker image</a:t>
            </a:r>
          </a:p>
          <a:p>
            <a:pPr>
              <a:spcAft>
                <a:spcPts val="1200"/>
              </a:spcAft>
              <a:defRPr sz="2100"/>
            </a:pPr>
            <a:r>
              <a:rPr lang="en-IN" sz="2000" dirty="0"/>
              <a:t>↓</a:t>
            </a:r>
          </a:p>
          <a:p>
            <a:pPr>
              <a:spcAft>
                <a:spcPts val="1200"/>
              </a:spcAft>
              <a:defRPr sz="2100"/>
            </a:pPr>
            <a:r>
              <a:rPr lang="en-IN" sz="2000" dirty="0"/>
              <a:t>• Run container on Jenkins network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10667E-E743-F497-FE34-E2F4796F611D}"/>
              </a:ext>
            </a:extLst>
          </p:cNvPr>
          <p:cNvSpPr txBox="1"/>
          <p:nvPr/>
        </p:nvSpPr>
        <p:spPr>
          <a:xfrm>
            <a:off x="396815" y="304800"/>
            <a:ext cx="60154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WORKFLOW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F934BF6-2AE4-9060-BCF2-418F1B59504F}"/>
              </a:ext>
            </a:extLst>
          </p:cNvPr>
          <p:cNvCxnSpPr/>
          <p:nvPr/>
        </p:nvCxnSpPr>
        <p:spPr>
          <a:xfrm>
            <a:off x="4894053" y="6239774"/>
            <a:ext cx="51758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8D4BC42-C227-32B5-CFDF-E0989C2C0F99}"/>
              </a:ext>
            </a:extLst>
          </p:cNvPr>
          <p:cNvSpPr txBox="1"/>
          <p:nvPr/>
        </p:nvSpPr>
        <p:spPr>
          <a:xfrm>
            <a:off x="5437518" y="6032025"/>
            <a:ext cx="268569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rPr lang="en-IN" sz="2100" dirty="0"/>
              <a:t>• Verify /health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543ED47-973B-B75E-387C-F47E0C2B366F}"/>
              </a:ext>
            </a:extLst>
          </p:cNvPr>
          <p:cNvCxnSpPr>
            <a:cxnSpLocks/>
          </p:cNvCxnSpPr>
          <p:nvPr/>
        </p:nvCxnSpPr>
        <p:spPr>
          <a:xfrm flipV="1">
            <a:off x="7640129" y="6236176"/>
            <a:ext cx="391065" cy="35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84C7C62-EF18-5146-E742-B85BB6C1E656}"/>
              </a:ext>
            </a:extLst>
          </p:cNvPr>
          <p:cNvSpPr txBox="1"/>
          <p:nvPr/>
        </p:nvSpPr>
        <p:spPr>
          <a:xfrm>
            <a:off x="8071451" y="5967020"/>
            <a:ext cx="3048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rPr lang="en-IN" sz="2100" dirty="0"/>
              <a:t>• </a:t>
            </a:r>
            <a:r>
              <a:rPr lang="en-IN" sz="2000" dirty="0"/>
              <a:t>SUCCESS</a:t>
            </a:r>
            <a:r>
              <a:rPr lang="en-IN" sz="2100" dirty="0"/>
              <a:t> / FAILURE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4799753-6174-43D1-2AAF-7BD5E4534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529" y="1195412"/>
            <a:ext cx="7182928" cy="444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806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309</TotalTime>
  <Words>244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</vt:lpstr>
      <vt:lpstr>system-health-dashboard</vt:lpstr>
      <vt:lpstr>Application Endpoints</vt:lpstr>
      <vt:lpstr>Automated Testing</vt:lpstr>
      <vt:lpstr> </vt:lpstr>
      <vt:lpstr>Git &amp; Github workflow</vt:lpstr>
      <vt:lpstr>Jenkins CI/CD Pipeline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Geetanjali lakhera</dc:creator>
  <cp:lastModifiedBy>Geetanjali lakhera</cp:lastModifiedBy>
  <cp:revision>1</cp:revision>
  <dcterms:created xsi:type="dcterms:W3CDTF">2026-09-11T05:40:33Z</dcterms:created>
  <dcterms:modified xsi:type="dcterms:W3CDTF">2026-09-11T10:50:01Z</dcterms:modified>
</cp:coreProperties>
</file>