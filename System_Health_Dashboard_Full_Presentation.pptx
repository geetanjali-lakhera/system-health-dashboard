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HEALTH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• Dockerized Flask monitoring API</a:t>
            </a:r>
          </a:p>
          <a:p>
            <a:pPr>
              <a:spcAft>
                <a:spcPts val="1200"/>
              </a:spcAft>
              <a:defRPr sz="2100"/>
            </a:pPr>
            <a:r>
              <a:t>• Automated testing with Pytest</a:t>
            </a:r>
          </a:p>
          <a:p>
            <a:pPr>
              <a:spcAft>
                <a:spcPts val="1200"/>
              </a:spcAft>
              <a:defRPr sz="2100"/>
            </a:pPr>
            <a:r>
              <a:t>• CI/CD with Jenkins</a:t>
            </a:r>
          </a:p>
          <a:p>
            <a:pPr>
              <a:spcAft>
                <a:spcPts val="1200"/>
              </a:spcAft>
              <a:defRPr sz="2100"/>
            </a:pPr>
            <a:r>
              <a:t>• Git &amp; GitHub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System Health Dashboard  | 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• Flask-based System Health Dashboard API</a:t>
            </a:r>
          </a:p>
          <a:p>
            <a:pPr>
              <a:spcAft>
                <a:spcPts val="1200"/>
              </a:spcAft>
              <a:defRPr sz="1800"/>
            </a:pPr>
            <a:r>
              <a:t>• Provides health, status, version, environment and metrics endpoints</a:t>
            </a:r>
          </a:p>
          <a:p>
            <a:pPr>
              <a:spcAft>
                <a:spcPts val="1200"/>
              </a:spcAft>
              <a:defRPr sz="2100"/>
            </a:pPr>
            <a:r>
              <a:t>• Application is packaged as a Docker image</a:t>
            </a:r>
          </a:p>
          <a:p>
            <a:pPr>
              <a:spcAft>
                <a:spcPts val="1200"/>
              </a:spcAft>
              <a:defRPr sz="1800"/>
            </a:pPr>
            <a:r>
              <a:t>• Goal: automate build, test and health verification through Jenkins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System Health Dashboard  |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APPLICATION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• /health → {"status": "UP"}</a:t>
            </a:r>
          </a:p>
          <a:p>
            <a:pPr>
              <a:spcAft>
                <a:spcPts val="1200"/>
              </a:spcAft>
              <a:defRPr sz="2100"/>
            </a:pPr>
            <a:r>
              <a:t>• /status → {"status": "UP"}</a:t>
            </a:r>
          </a:p>
          <a:p>
            <a:pPr>
              <a:spcAft>
                <a:spcPts val="1200"/>
              </a:spcAft>
              <a:defRPr sz="2100"/>
            </a:pPr>
            <a:r>
              <a:t>• /version → {"version": "1.1.0"}</a:t>
            </a:r>
          </a:p>
          <a:p>
            <a:pPr>
              <a:spcAft>
                <a:spcPts val="1200"/>
              </a:spcAft>
              <a:defRPr sz="2100"/>
            </a:pPr>
            <a:r>
              <a:t>• /environment → {"environment": "development"}</a:t>
            </a:r>
          </a:p>
          <a:p>
            <a:pPr>
              <a:spcAft>
                <a:spcPts val="1200"/>
              </a:spcAft>
              <a:defRPr sz="2100"/>
            </a:pPr>
            <a:r>
              <a:t>• /metrics → HTTP 200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System Health Dashboard  |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AUTOMATED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• Created tests/test_app.py with 5 tests</a:t>
            </a:r>
          </a:p>
          <a:p>
            <a:pPr>
              <a:spcAft>
                <a:spcPts val="1200"/>
              </a:spcAft>
              <a:defRPr sz="2100"/>
            </a:pPr>
            <a:r>
              <a:t>• Each test uses Flask's app.test_client()</a:t>
            </a:r>
          </a:p>
          <a:p>
            <a:pPr>
              <a:spcAft>
                <a:spcPts val="1200"/>
              </a:spcAft>
              <a:defRPr sz="2100"/>
            </a:pPr>
            <a:r>
              <a:t>• Assertions validate HTTP status and JSON responses</a:t>
            </a:r>
          </a:p>
          <a:p>
            <a:pPr>
              <a:spcAft>
                <a:spcPts val="1200"/>
              </a:spcAft>
              <a:defRPr sz="2100"/>
            </a:pPr>
            <a:r>
              <a:t>• Final Jenkins run: 5 passed in 0.40s</a:t>
            </a:r>
          </a:p>
          <a:p>
            <a:pPr>
              <a:spcAft>
                <a:spcPts val="1200"/>
              </a:spcAft>
              <a:defRPr sz="2100"/>
            </a:pPr>
            <a:r>
              <a:t>• Tests run automatically before Docker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System Health Dashboard  |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DOCKERIZATION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• Dockerfile uses python:3.11-slim</a:t>
            </a:r>
          </a:p>
          <a:p>
            <a:pPr>
              <a:spcAft>
                <a:spcPts val="1200"/>
              </a:spcAft>
              <a:defRPr sz="2100"/>
            </a:pPr>
            <a:r>
              <a:t>• WORKDIR /app</a:t>
            </a:r>
          </a:p>
          <a:p>
            <a:pPr>
              <a:spcAft>
                <a:spcPts val="1200"/>
              </a:spcAft>
              <a:defRPr sz="2100"/>
            </a:pPr>
            <a:r>
              <a:t>• Installs dependencies from requirements.txt</a:t>
            </a:r>
          </a:p>
          <a:p>
            <a:pPr>
              <a:spcAft>
                <a:spcPts val="1200"/>
              </a:spcAft>
              <a:defRPr sz="2100"/>
            </a:pPr>
            <a:r>
              <a:t>• Copies app.py into the image</a:t>
            </a:r>
          </a:p>
          <a:p>
            <a:pPr>
              <a:spcAft>
                <a:spcPts val="1200"/>
              </a:spcAft>
              <a:defRPr sz="2100"/>
            </a:pPr>
            <a:r>
              <a:t>• Application runs on port 5000</a:t>
            </a:r>
          </a:p>
          <a:p>
            <a:pPr>
              <a:spcAft>
                <a:spcPts val="1200"/>
              </a:spcAft>
              <a:defRPr sz="2100"/>
            </a:pPr>
            <a:r>
              <a:t>• Example image: system-health-dashboard:build-9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System Health Dashboard  |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GIT &amp; GITHUB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• Branches used: main, develop, feature branches</a:t>
            </a:r>
          </a:p>
          <a:p>
            <a:pPr>
              <a:spcAft>
                <a:spcPts val="1200"/>
              </a:spcAft>
              <a:defRPr sz="2100"/>
            </a:pPr>
            <a:r>
              <a:t>• Feature work was merged/resolved through Git history</a:t>
            </a:r>
          </a:p>
          <a:p>
            <a:pPr>
              <a:spcAft>
                <a:spcPts val="1200"/>
              </a:spcAft>
              <a:defRPr sz="2100"/>
            </a:pPr>
            <a:r>
              <a:t>• develop contains the CI/CD work</a:t>
            </a:r>
          </a:p>
          <a:p>
            <a:pPr>
              <a:spcAft>
                <a:spcPts val="1200"/>
              </a:spcAft>
              <a:defRPr sz="1800"/>
            </a:pPr>
            <a:r>
              <a:t>• Repository stores source, tests, Docker files, Jenkinsfile and README</a:t>
            </a:r>
          </a:p>
          <a:p>
            <a:pPr>
              <a:spcAft>
                <a:spcPts val="1200"/>
              </a:spcAft>
              <a:defRPr sz="2100"/>
            </a:pPr>
            <a:r>
              <a:t>• Pull-request history provides review/merge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System Health Dashboard  |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JENKINS CI/CD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• Checkout → retrieves develop branch</a:t>
            </a:r>
          </a:p>
          <a:p>
            <a:pPr>
              <a:spcAft>
                <a:spcPts val="1200"/>
              </a:spcAft>
              <a:defRPr sz="2100"/>
            </a:pPr>
            <a:r>
              <a:t>• Install → creates Python virtual environment + dependencies</a:t>
            </a:r>
          </a:p>
          <a:p>
            <a:pPr>
              <a:spcAft>
                <a:spcPts val="1200"/>
              </a:spcAft>
              <a:defRPr sz="2100"/>
            </a:pPr>
            <a:r>
              <a:t>• Test → runs pytest</a:t>
            </a:r>
          </a:p>
          <a:p>
            <a:pPr>
              <a:spcAft>
                <a:spcPts val="1200"/>
              </a:spcAft>
              <a:defRPr sz="2100"/>
            </a:pPr>
            <a:r>
              <a:t>• Build → creates versioned Docker image</a:t>
            </a:r>
          </a:p>
          <a:p>
            <a:pPr>
              <a:spcAft>
                <a:spcPts val="1200"/>
              </a:spcAft>
              <a:defRPr sz="2100"/>
            </a:pPr>
            <a:r>
              <a:t>• Tag → creates latest tag</a:t>
            </a:r>
          </a:p>
          <a:p>
            <a:pPr>
              <a:spcAft>
                <a:spcPts val="1200"/>
              </a:spcAft>
              <a:defRPr sz="2100"/>
            </a:pPr>
            <a:r>
              <a:t>• Health Check → runs container and verifies /health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System Health Dashboard  |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HEALTH CHECK &amp; DOCKER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• Jenkins connects to jenkins-net</a:t>
            </a:r>
          </a:p>
          <a:p>
            <a:pPr>
              <a:spcAft>
                <a:spcPts val="1200"/>
              </a:spcAft>
              <a:defRPr sz="2100"/>
            </a:pPr>
            <a:r>
              <a:t>• Pipeline creates the network if it does not exist</a:t>
            </a:r>
          </a:p>
          <a:p>
            <a:pPr>
              <a:spcAft>
                <a:spcPts val="1200"/>
              </a:spcAft>
              <a:defRPr sz="2100"/>
            </a:pPr>
            <a:r>
              <a:t>• Container runs with ENVIRONMENT=production</a:t>
            </a:r>
          </a:p>
          <a:p>
            <a:pPr>
              <a:spcAft>
                <a:spcPts val="1200"/>
              </a:spcAft>
              <a:defRPr sz="2100"/>
            </a:pPr>
            <a:r>
              <a:t>• Jenkins accesses the container by its Docker network name</a:t>
            </a:r>
          </a:p>
          <a:p>
            <a:pPr>
              <a:spcAft>
                <a:spcPts val="1200"/>
              </a:spcAft>
              <a:defRPr sz="2100"/>
            </a:pPr>
            <a:r>
              <a:t>• curl --fail .../health must return HTTP 200</a:t>
            </a:r>
          </a:p>
          <a:p>
            <a:pPr>
              <a:spcAft>
                <a:spcPts val="1200"/>
              </a:spcAft>
              <a:defRPr sz="2100"/>
            </a:pPr>
            <a:r>
              <a:t>• Successful response: {"status":"UP"}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System Health Dashboard  |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SUCCESSFUL PIPELINE — BUILD #9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• Checkout: develop @ commit 00755e3</a:t>
            </a:r>
          </a:p>
          <a:p>
            <a:pPr>
              <a:spcAft>
                <a:spcPts val="1200"/>
              </a:spcAft>
              <a:defRPr sz="2100"/>
            </a:pPr>
            <a:r>
              <a:t>• Install: dependencies installed successfully</a:t>
            </a:r>
          </a:p>
          <a:p>
            <a:pPr>
              <a:spcAft>
                <a:spcPts val="1200"/>
              </a:spcAft>
              <a:defRPr sz="2100"/>
            </a:pPr>
            <a:r>
              <a:t>• Test: 5/5 tests PASSED</a:t>
            </a:r>
          </a:p>
          <a:p>
            <a:pPr>
              <a:spcAft>
                <a:spcPts val="1200"/>
              </a:spcAft>
              <a:defRPr sz="2100"/>
            </a:pPr>
            <a:r>
              <a:t>• Build: system-health-dashboard:build-9</a:t>
            </a:r>
          </a:p>
          <a:p>
            <a:pPr>
              <a:spcAft>
                <a:spcPts val="1200"/>
              </a:spcAft>
              <a:defRPr sz="2100"/>
            </a:pPr>
            <a:r>
              <a:t>• Tag: system-health-dashboard:latest</a:t>
            </a:r>
          </a:p>
          <a:p>
            <a:pPr>
              <a:spcAft>
                <a:spcPts val="1200"/>
              </a:spcAft>
              <a:defRPr sz="2100"/>
            </a:pPr>
            <a:r>
              <a:t>• Health Check: HTTP 200 + {"status":"UP"}</a:t>
            </a:r>
          </a:p>
          <a:p>
            <a:pPr>
              <a:spcAft>
                <a:spcPts val="1200"/>
              </a:spcAft>
              <a:defRPr sz="2100"/>
            </a:pPr>
            <a:r>
              <a:t>• Pipeline result: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System Health Dashboard  |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PROJECT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• Developer changes code</a:t>
            </a:r>
          </a:p>
          <a:p>
            <a:pPr>
              <a:spcAft>
                <a:spcPts val="1200"/>
              </a:spcAft>
              <a:defRPr sz="2100"/>
            </a:pPr>
            <a:r>
              <a:t>↓</a:t>
            </a:r>
          </a:p>
          <a:p>
            <a:pPr>
              <a:spcAft>
                <a:spcPts val="1200"/>
              </a:spcAft>
              <a:defRPr sz="2100"/>
            </a:pPr>
            <a:r>
              <a:t>• Commit &amp; push to GitHub</a:t>
            </a:r>
          </a:p>
          <a:p>
            <a:pPr>
              <a:spcAft>
                <a:spcPts val="1200"/>
              </a:spcAft>
              <a:defRPr sz="2100"/>
            </a:pPr>
            <a:r>
              <a:t>↓</a:t>
            </a:r>
          </a:p>
          <a:p>
            <a:pPr>
              <a:spcAft>
                <a:spcPts val="1200"/>
              </a:spcAft>
              <a:defRPr sz="2100"/>
            </a:pPr>
            <a:r>
              <a:t>• Jenkins checks out develop</a:t>
            </a:r>
          </a:p>
          <a:p>
            <a:pPr>
              <a:spcAft>
                <a:spcPts val="1200"/>
              </a:spcAft>
              <a:defRPr sz="2100"/>
            </a:pPr>
            <a:r>
              <a:t>↓</a:t>
            </a:r>
          </a:p>
          <a:p>
            <a:pPr>
              <a:spcAft>
                <a:spcPts val="1200"/>
              </a:spcAft>
              <a:defRPr sz="2100"/>
            </a:pPr>
            <a:r>
              <a:t>• Install dependencies → Run tests</a:t>
            </a:r>
          </a:p>
          <a:p>
            <a:pPr>
              <a:spcAft>
                <a:spcPts val="1200"/>
              </a:spcAft>
              <a:defRPr sz="2100"/>
            </a:pPr>
            <a:r>
              <a:t>↓</a:t>
            </a:r>
          </a:p>
          <a:p>
            <a:pPr>
              <a:spcAft>
                <a:spcPts val="1200"/>
              </a:spcAft>
              <a:defRPr sz="2100"/>
            </a:pPr>
            <a:r>
              <a:t>• Build &amp; tag Docker image</a:t>
            </a:r>
          </a:p>
          <a:p>
            <a:pPr>
              <a:spcAft>
                <a:spcPts val="1200"/>
              </a:spcAft>
              <a:defRPr sz="2100"/>
            </a:pPr>
            <a:r>
              <a:t>↓</a:t>
            </a:r>
          </a:p>
          <a:p>
            <a:pPr>
              <a:spcAft>
                <a:spcPts val="1200"/>
              </a:spcAft>
              <a:defRPr sz="2100"/>
            </a:pPr>
            <a:r>
              <a:t>• Run container on Jenkins network</a:t>
            </a:r>
          </a:p>
          <a:p>
            <a:pPr>
              <a:spcAft>
                <a:spcPts val="1200"/>
              </a:spcAft>
              <a:defRPr sz="2100"/>
            </a:pPr>
            <a:r>
              <a:t>↓</a:t>
            </a:r>
          </a:p>
          <a:p>
            <a:pPr>
              <a:spcAft>
                <a:spcPts val="1200"/>
              </a:spcAft>
              <a:defRPr sz="2100"/>
            </a:pPr>
            <a:r>
              <a:t>• Verify /health</a:t>
            </a:r>
          </a:p>
          <a:p>
            <a:pPr>
              <a:spcAft>
                <a:spcPts val="1200"/>
              </a:spcAft>
              <a:defRPr sz="2100"/>
            </a:pPr>
            <a:r>
              <a:t>↓</a:t>
            </a:r>
          </a:p>
          <a:p>
            <a:pPr>
              <a:spcAft>
                <a:spcPts val="1200"/>
              </a:spcAft>
              <a:defRPr sz="2100"/>
            </a:pPr>
            <a:r>
              <a:t>• SUCCESS /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System Health Dashboard  |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DEMONSTRATION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• 1. Show GitHub repository + branches/commits</a:t>
            </a:r>
          </a:p>
          <a:p>
            <a:pPr>
              <a:spcAft>
                <a:spcPts val="1200"/>
              </a:spcAft>
              <a:defRPr sz="2100"/>
            </a:pPr>
            <a:r>
              <a:t>• 2. Open app.py and explain endpoints</a:t>
            </a:r>
          </a:p>
          <a:p>
            <a:pPr>
              <a:spcAft>
                <a:spcPts val="1200"/>
              </a:spcAft>
              <a:defRPr sz="2100"/>
            </a:pPr>
            <a:r>
              <a:t>• 3. Show tests/test_app.py</a:t>
            </a:r>
          </a:p>
          <a:p>
            <a:pPr>
              <a:spcAft>
                <a:spcPts val="1200"/>
              </a:spcAft>
              <a:defRPr sz="2100"/>
            </a:pPr>
            <a:r>
              <a:t>• 4. Run: python -m pytest -v</a:t>
            </a:r>
          </a:p>
          <a:p>
            <a:pPr>
              <a:spcAft>
                <a:spcPts val="1200"/>
              </a:spcAft>
              <a:defRPr sz="2100"/>
            </a:pPr>
            <a:r>
              <a:t>• 5. Show Dockerfile and image/container</a:t>
            </a:r>
          </a:p>
          <a:p>
            <a:pPr>
              <a:spcAft>
                <a:spcPts val="1200"/>
              </a:spcAft>
              <a:defRPr sz="2100"/>
            </a:pPr>
            <a:r>
              <a:t>• 6. Open Jenkins pipeline and console output</a:t>
            </a:r>
          </a:p>
          <a:p>
            <a:pPr>
              <a:spcAft>
                <a:spcPts val="1200"/>
              </a:spcAft>
              <a:defRPr sz="2100"/>
            </a:pPr>
            <a:r>
              <a:t>• 7. Point out 5/5 tests, build-9 and HTTP 200</a:t>
            </a:r>
          </a:p>
          <a:p>
            <a:pPr>
              <a:spcAft>
                <a:spcPts val="1200"/>
              </a:spcAft>
              <a:defRPr sz="2100"/>
            </a:pPr>
            <a:r>
              <a:t>• 8. Show successful pipeline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System Health Dashboard  |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• Automated quality gate before image creation</a:t>
            </a:r>
          </a:p>
          <a:p>
            <a:pPr>
              <a:spcAft>
                <a:spcPts val="1200"/>
              </a:spcAft>
              <a:defRPr sz="2100"/>
            </a:pPr>
            <a:r>
              <a:t>• Reproducible application packaging with Docker</a:t>
            </a:r>
          </a:p>
          <a:p>
            <a:pPr>
              <a:spcAft>
                <a:spcPts val="1200"/>
              </a:spcAft>
              <a:defRPr sz="2100"/>
            </a:pPr>
            <a:r>
              <a:t>• Versioned images using Jenkins BUILD_NUMBER</a:t>
            </a:r>
          </a:p>
          <a:p>
            <a:pPr>
              <a:spcAft>
                <a:spcPts val="1200"/>
              </a:spcAft>
              <a:defRPr sz="2100"/>
            </a:pPr>
            <a:r>
              <a:t>• Container-level health verification</a:t>
            </a:r>
          </a:p>
          <a:p>
            <a:pPr>
              <a:spcAft>
                <a:spcPts val="1200"/>
              </a:spcAft>
              <a:defRPr sz="2100"/>
            </a:pPr>
            <a:r>
              <a:t>• GitHub + Jenkins provides traceable CI/CD workflow</a:t>
            </a:r>
          </a:p>
          <a:p>
            <a:pPr>
              <a:spcAft>
                <a:spcPts val="1200"/>
              </a:spcAft>
              <a:defRPr sz="2100"/>
            </a:pPr>
            <a:r>
              <a:t>• Project demonstrates practical DevOps/SRE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System Health Dashboard  |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